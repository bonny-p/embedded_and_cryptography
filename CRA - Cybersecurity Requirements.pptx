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72d48dba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72d48dba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2d48dba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2d48db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72d48dba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72d48dba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Cybersecurity Requirements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Cyber Resilience Act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595"/>
              <a:buFont typeface="Arial"/>
              <a:buNone/>
            </a:pPr>
            <a:r>
              <a:rPr lang="en-GB" sz="2467"/>
              <a:t>Part 1 - Required Properties of the Product with Digital Elements</a:t>
            </a:r>
            <a:endParaRPr sz="246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1 - Threat Modeling - Risk Identification</a:t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/>
              <a:t>Consideration of appropriate Cybersecurity measures in Design, Development and Production</a:t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/>
              <a:t>2 - Following 13 Cybersecurity </a:t>
            </a:r>
            <a:r>
              <a:rPr lang="en-GB" sz="1300"/>
              <a:t>requirements</a:t>
            </a:r>
            <a:r>
              <a:rPr lang="en-GB" sz="1300"/>
              <a:t> shall be considered,</a:t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/>
              <a:t>Release of Product</a:t>
            </a:r>
            <a:endParaRPr b="1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2.a - Release Product without any known Vulnerabilities</a:t>
            </a:r>
            <a:endParaRPr sz="1100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continue</a:t>
            </a:r>
            <a:r>
              <a:rPr lang="en-GB" sz="1100"/>
              <a:t>.</a:t>
            </a:r>
            <a:r>
              <a:rPr lang="en-GB" sz="1300"/>
              <a:t>..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67"/>
              <a:t>Part 1 - Required Properties of the Product with Digital Elements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/>
              <a:t>Cybersecurity Fundamentals (C, I, A, A)</a:t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/>
              <a:t>2.e - Confidentiality of Data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/>
              <a:t>2.f - Integrity of Data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/>
              <a:t>2.h - Availability of Data/Service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2.d - Authentication for authorized Access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Feature Addition Consideration</a:t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2.l - Logging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/>
              <a:t>2.c - Security Update</a:t>
            </a:r>
            <a:endParaRPr sz="1200"/>
          </a:p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Architecture Consideration</a:t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2.b - Secure by Default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2.i - Minimize the dependency of other Device Services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       on Primary Product (Availability)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2.j - Limit Attack Surface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2.k - Reduced impact of exploitation by Mitigation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/>
              <a:t>        Mechanism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/>
              <a:t>Privacy Consideration</a:t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/>
              <a:t>2.g - Data collections and usage minimisation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/>
              <a:t>2.m - Deletion of all User Data and Settings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595"/>
              <a:buFont typeface="Arial"/>
              <a:buNone/>
            </a:pPr>
            <a:r>
              <a:rPr lang="en-GB" sz="2220"/>
              <a:t>Part 2 - Vulnerability Handling Requirements</a:t>
            </a:r>
            <a:endParaRPr sz="2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/>
              <a:t>Routine Operation</a:t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1 - Vulnerability Identification, Monitoring,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/>
              <a:t>      Documentation (SBOM/HBOM)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3 - Periodic Tests and Reviews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/>
              <a:t>Resolution Measures for Identified Vulnerability</a:t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/>
              <a:t>2 - Remediation - Security Update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7 - Secure Distribution of Patch/Fix (Auto-Update)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8 - Immediate Dissemination of Secure Updates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/>
              <a:t>     and Info with advisory message </a:t>
            </a:r>
            <a:endParaRPr sz="1200"/>
          </a:p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/>
              <a:t>Public Interface for Reporting inbound and outbound</a:t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/>
              <a:t>5 - Policy for coordinated Vulnerability Disclosure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6 - Facilitate the way for Reporting discovered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/>
              <a:t>      Vulnerabilities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/>
              <a:t>4 - Publicly Disclosure of Issue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