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1bcfba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1bcfba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Secure Manufacturing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Enterprise PKI Layout Template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 flipH="1" rot="10800000">
            <a:off x="152400" y="3165450"/>
            <a:ext cx="619800" cy="1740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912" y="2867133"/>
            <a:ext cx="1753000" cy="17529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781721" y="1569486"/>
            <a:ext cx="2769600" cy="103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</a:t>
            </a:r>
            <a:r>
              <a:rPr lang="en-GB" sz="1000"/>
              <a:t>Production Line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3" name="Google Shape;63;p14"/>
          <p:cNvSpPr/>
          <p:nvPr/>
        </p:nvSpPr>
        <p:spPr>
          <a:xfrm>
            <a:off x="943650" y="66675"/>
            <a:ext cx="942300" cy="69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Central OEM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4" name="Google Shape;64;p14"/>
          <p:cNvSpPr/>
          <p:nvPr/>
        </p:nvSpPr>
        <p:spPr>
          <a:xfrm>
            <a:off x="3985218" y="410025"/>
            <a:ext cx="942300" cy="4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OEM DB Backup</a:t>
            </a:r>
            <a:endParaRPr sz="1000"/>
          </a:p>
        </p:txBody>
      </p:sp>
      <p:sp>
        <p:nvSpPr>
          <p:cNvPr id="65" name="Google Shape;65;p14"/>
          <p:cNvSpPr/>
          <p:nvPr/>
        </p:nvSpPr>
        <p:spPr>
          <a:xfrm>
            <a:off x="890975" y="1849777"/>
            <a:ext cx="9423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OEM Plant A</a:t>
            </a:r>
            <a:endParaRPr sz="1000"/>
          </a:p>
        </p:txBody>
      </p:sp>
      <p:sp>
        <p:nvSpPr>
          <p:cNvPr id="66" name="Google Shape;66;p14"/>
          <p:cNvSpPr/>
          <p:nvPr/>
        </p:nvSpPr>
        <p:spPr>
          <a:xfrm>
            <a:off x="7173625" y="410028"/>
            <a:ext cx="942300" cy="51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Authorized </a:t>
            </a:r>
            <a:r>
              <a:rPr lang="en-GB" sz="1000"/>
              <a:t>Central Service DB</a:t>
            </a:r>
            <a:endParaRPr sz="1000"/>
          </a:p>
        </p:txBody>
      </p:sp>
      <p:sp>
        <p:nvSpPr>
          <p:cNvPr id="67" name="Google Shape;67;p14"/>
          <p:cNvSpPr/>
          <p:nvPr/>
        </p:nvSpPr>
        <p:spPr>
          <a:xfrm>
            <a:off x="7197300" y="2008050"/>
            <a:ext cx="1090800" cy="36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Authorized Service Point</a:t>
            </a:r>
            <a:r>
              <a:rPr lang="en-GB" sz="1000"/>
              <a:t>  A</a:t>
            </a:r>
            <a:endParaRPr sz="1000"/>
          </a:p>
        </p:txBody>
      </p:sp>
      <p:sp>
        <p:nvSpPr>
          <p:cNvPr id="68" name="Google Shape;68;p14"/>
          <p:cNvSpPr/>
          <p:nvPr/>
        </p:nvSpPr>
        <p:spPr>
          <a:xfrm>
            <a:off x="2633080" y="1937710"/>
            <a:ext cx="749700" cy="6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Embedded Device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9" name="Google Shape;69;p14"/>
          <p:cNvSpPr/>
          <p:nvPr/>
        </p:nvSpPr>
        <p:spPr>
          <a:xfrm>
            <a:off x="2785480" y="2298728"/>
            <a:ext cx="417600" cy="15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HSM</a:t>
            </a:r>
            <a:endParaRPr sz="700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818" y="1907547"/>
            <a:ext cx="365550" cy="3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 flipH="1">
            <a:off x="2145118" y="1713311"/>
            <a:ext cx="942300" cy="2217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2400274" y="1677616"/>
            <a:ext cx="4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CSR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 flipH="1" rot="10800000">
            <a:off x="2134143" y="2317411"/>
            <a:ext cx="460800" cy="208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2046068" y="2534761"/>
            <a:ext cx="460800" cy="246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/>
              <a:t>Signed Cert</a:t>
            </a:r>
            <a:endParaRPr sz="600"/>
          </a:p>
        </p:txBody>
      </p:sp>
      <p:sp>
        <p:nvSpPr>
          <p:cNvPr id="75" name="Google Shape;75;p14"/>
          <p:cNvSpPr/>
          <p:nvPr/>
        </p:nvSpPr>
        <p:spPr>
          <a:xfrm>
            <a:off x="5304525" y="4152000"/>
            <a:ext cx="749700" cy="80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Embedded Device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6" name="Google Shape;76;p14"/>
          <p:cNvSpPr/>
          <p:nvPr/>
        </p:nvSpPr>
        <p:spPr>
          <a:xfrm>
            <a:off x="5435318" y="4570101"/>
            <a:ext cx="460800" cy="246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/>
              <a:t>Signed Cert</a:t>
            </a:r>
            <a:endParaRPr sz="600"/>
          </a:p>
        </p:txBody>
      </p:sp>
      <p:sp>
        <p:nvSpPr>
          <p:cNvPr id="77" name="Google Shape;77;p14"/>
          <p:cNvSpPr/>
          <p:nvPr/>
        </p:nvSpPr>
        <p:spPr>
          <a:xfrm>
            <a:off x="6150750" y="4480875"/>
            <a:ext cx="1002600" cy="208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6210300" y="4189900"/>
            <a:ext cx="88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Mutual Authentication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20303" y="1493700"/>
            <a:ext cx="513375" cy="51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1342" y="3912294"/>
            <a:ext cx="246900" cy="2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 flipH="1">
            <a:off x="5963750" y="3895125"/>
            <a:ext cx="1361400" cy="221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6155481" y="3607950"/>
            <a:ext cx="10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Authenticated Remote Update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209" y="4706781"/>
            <a:ext cx="246900" cy="2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4765599" y="4908650"/>
            <a:ext cx="15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User using Device (in Field)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003644" y="517875"/>
            <a:ext cx="1884900" cy="208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5108119" y="517875"/>
            <a:ext cx="1884900" cy="208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457856" y="192268"/>
            <a:ext cx="10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Air Gapped / Secure Channel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81721" y="2908611"/>
            <a:ext cx="2769600" cy="103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Production Line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9" name="Google Shape;89;p14"/>
          <p:cNvSpPr/>
          <p:nvPr/>
        </p:nvSpPr>
        <p:spPr>
          <a:xfrm>
            <a:off x="890975" y="3188902"/>
            <a:ext cx="9423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OEM Plant B</a:t>
            </a:r>
            <a:endParaRPr sz="1000"/>
          </a:p>
        </p:txBody>
      </p:sp>
      <p:sp>
        <p:nvSpPr>
          <p:cNvPr id="90" name="Google Shape;90;p14"/>
          <p:cNvSpPr/>
          <p:nvPr/>
        </p:nvSpPr>
        <p:spPr>
          <a:xfrm>
            <a:off x="2633080" y="3276835"/>
            <a:ext cx="749700" cy="6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Embedded Device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1" name="Google Shape;91;p14"/>
          <p:cNvSpPr/>
          <p:nvPr/>
        </p:nvSpPr>
        <p:spPr>
          <a:xfrm>
            <a:off x="2785480" y="3637853"/>
            <a:ext cx="417600" cy="15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HSM</a:t>
            </a:r>
            <a:endParaRPr sz="700"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818" y="3246672"/>
            <a:ext cx="365550" cy="3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 flipH="1">
            <a:off x="2145118" y="3052436"/>
            <a:ext cx="942300" cy="2217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400274" y="3016741"/>
            <a:ext cx="4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CSR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 flipH="1" rot="10800000">
            <a:off x="2134143" y="3656536"/>
            <a:ext cx="460800" cy="208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2046068" y="3873886"/>
            <a:ext cx="460800" cy="246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/>
              <a:t>Signed Cert</a:t>
            </a:r>
            <a:endParaRPr sz="600"/>
          </a:p>
        </p:txBody>
      </p:sp>
      <p:sp>
        <p:nvSpPr>
          <p:cNvPr id="97" name="Google Shape;97;p14"/>
          <p:cNvSpPr/>
          <p:nvPr/>
        </p:nvSpPr>
        <p:spPr>
          <a:xfrm>
            <a:off x="781725" y="4282578"/>
            <a:ext cx="2769600" cy="7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Production Line </a:t>
            </a:r>
            <a:endParaRPr sz="10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	…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8" name="Google Shape;98;p14"/>
          <p:cNvSpPr/>
          <p:nvPr/>
        </p:nvSpPr>
        <p:spPr>
          <a:xfrm>
            <a:off x="890975" y="4562875"/>
            <a:ext cx="10908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OEM Plant …</a:t>
            </a:r>
            <a:endParaRPr sz="1000"/>
          </a:p>
        </p:txBody>
      </p:sp>
      <p:sp>
        <p:nvSpPr>
          <p:cNvPr id="99" name="Google Shape;99;p14"/>
          <p:cNvSpPr/>
          <p:nvPr/>
        </p:nvSpPr>
        <p:spPr>
          <a:xfrm>
            <a:off x="5000250" y="1662775"/>
            <a:ext cx="1202850" cy="513378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Certificate Revocation List</a:t>
            </a:r>
            <a:endParaRPr sz="1000"/>
          </a:p>
        </p:txBody>
      </p:sp>
      <p:sp>
        <p:nvSpPr>
          <p:cNvPr id="100" name="Google Shape;100;p14"/>
          <p:cNvSpPr txBox="1"/>
          <p:nvPr/>
        </p:nvSpPr>
        <p:spPr>
          <a:xfrm>
            <a:off x="5597256" y="204455"/>
            <a:ext cx="10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Air Gapped / Secure Channel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248950" y="3227625"/>
            <a:ext cx="1090800" cy="36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Authorized Service Point  B</a:t>
            </a:r>
            <a:endParaRPr sz="1000"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71953" y="2713275"/>
            <a:ext cx="513375" cy="5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7193000" y="4428150"/>
            <a:ext cx="1202700" cy="36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Authorized Service Point …</a:t>
            </a:r>
            <a:endParaRPr sz="1000"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71953" y="3896325"/>
            <a:ext cx="513375" cy="513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4"/>
          <p:cNvCxnSpPr>
            <a:stCxn id="66" idx="3"/>
            <a:endCxn id="67" idx="3"/>
          </p:cNvCxnSpPr>
          <p:nvPr/>
        </p:nvCxnSpPr>
        <p:spPr>
          <a:xfrm>
            <a:off x="8115925" y="666678"/>
            <a:ext cx="172200" cy="1524000"/>
          </a:xfrm>
          <a:prstGeom prst="bentConnector3">
            <a:avLst>
              <a:gd fmla="val 2762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>
            <a:stCxn id="66" idx="3"/>
            <a:endCxn id="101" idx="3"/>
          </p:cNvCxnSpPr>
          <p:nvPr/>
        </p:nvCxnSpPr>
        <p:spPr>
          <a:xfrm>
            <a:off x="8115925" y="666678"/>
            <a:ext cx="223800" cy="2743500"/>
          </a:xfrm>
          <a:prstGeom prst="bentConnector3">
            <a:avLst>
              <a:gd fmla="val 2848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4"/>
          <p:cNvCxnSpPr>
            <a:stCxn id="66" idx="3"/>
            <a:endCxn id="103" idx="3"/>
          </p:cNvCxnSpPr>
          <p:nvPr/>
        </p:nvCxnSpPr>
        <p:spPr>
          <a:xfrm>
            <a:off x="8115925" y="666678"/>
            <a:ext cx="279900" cy="3944100"/>
          </a:xfrm>
          <a:prstGeom prst="bentConnector3">
            <a:avLst>
              <a:gd fmla="val 28903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4"/>
          <p:cNvSpPr/>
          <p:nvPr/>
        </p:nvSpPr>
        <p:spPr>
          <a:xfrm>
            <a:off x="890975" y="2259275"/>
            <a:ext cx="637500" cy="23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Sub-CA</a:t>
            </a:r>
            <a:endParaRPr sz="800"/>
          </a:p>
        </p:txBody>
      </p:sp>
      <p:sp>
        <p:nvSpPr>
          <p:cNvPr id="109" name="Google Shape;109;p14"/>
          <p:cNvSpPr/>
          <p:nvPr/>
        </p:nvSpPr>
        <p:spPr>
          <a:xfrm>
            <a:off x="890975" y="3607425"/>
            <a:ext cx="637500" cy="23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Sub-CA</a:t>
            </a:r>
            <a:endParaRPr sz="800"/>
          </a:p>
        </p:txBody>
      </p:sp>
      <p:sp>
        <p:nvSpPr>
          <p:cNvPr id="110" name="Google Shape;110;p14"/>
          <p:cNvSpPr/>
          <p:nvPr/>
        </p:nvSpPr>
        <p:spPr>
          <a:xfrm>
            <a:off x="1080725" y="471700"/>
            <a:ext cx="690600" cy="22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Root CA</a:t>
            </a:r>
            <a:endParaRPr sz="800"/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7170" y="1627910"/>
            <a:ext cx="513375" cy="513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288825" y="2071650"/>
            <a:ext cx="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OCSP Server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13" name="Google Shape;113;p14"/>
          <p:cNvCxnSpPr>
            <a:stCxn id="66" idx="2"/>
            <a:endCxn id="111" idx="0"/>
          </p:cNvCxnSpPr>
          <p:nvPr/>
        </p:nvCxnSpPr>
        <p:spPr>
          <a:xfrm rot="5400000">
            <a:off x="5811925" y="-204822"/>
            <a:ext cx="704700" cy="29610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4"/>
          <p:cNvCxnSpPr>
            <a:stCxn id="63" idx="2"/>
            <a:endCxn id="111" idx="0"/>
          </p:cNvCxnSpPr>
          <p:nvPr/>
        </p:nvCxnSpPr>
        <p:spPr>
          <a:xfrm flipH="1" rot="-5400000">
            <a:off x="2614650" y="-441375"/>
            <a:ext cx="869400" cy="3269100"/>
          </a:xfrm>
          <a:prstGeom prst="bentConnector3">
            <a:avLst>
              <a:gd fmla="val 595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4"/>
          <p:cNvSpPr/>
          <p:nvPr/>
        </p:nvSpPr>
        <p:spPr>
          <a:xfrm flipH="1" rot="10800000">
            <a:off x="152400" y="2230200"/>
            <a:ext cx="619800" cy="1682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62081" y="1034143"/>
            <a:ext cx="10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Air Gapped / Secure Channel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7" name="Google Shape;117;p14"/>
          <p:cNvSpPr/>
          <p:nvPr/>
        </p:nvSpPr>
        <p:spPr>
          <a:xfrm flipH="1" rot="-5400000">
            <a:off x="-524925" y="1155075"/>
            <a:ext cx="2046300" cy="710700"/>
          </a:xfrm>
          <a:prstGeom prst="uturnArrow">
            <a:avLst>
              <a:gd fmla="val 21233" name="adj1"/>
              <a:gd fmla="val 17875" name="adj2"/>
              <a:gd fmla="val 30599" name="adj3"/>
              <a:gd fmla="val 43750" name="adj4"/>
              <a:gd fmla="val 88455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2613618" y="989750"/>
            <a:ext cx="942300" cy="4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Central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OEM DB 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